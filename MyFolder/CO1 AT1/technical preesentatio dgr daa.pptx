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72" r:id="rId9"/>
    <p:sldId id="265" r:id="rId10"/>
  </p:sldIdLst>
  <p:sldSz cx="18288000" cy="10287000"/>
  <p:notesSz cx="6858000" cy="9144000"/>
  <p:embeddedFontLst>
    <p:embeddedFont>
      <p:font typeface="League Spartan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4360B6-5249-4901-8EBF-A9699850EBF1}" v="14" dt="2026-07-16T19:39:29.9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29" autoAdjust="0"/>
    <p:restoredTop sz="93709" autoAdjust="0"/>
  </p:normalViewPr>
  <p:slideViewPr>
    <p:cSldViewPr>
      <p:cViewPr>
        <p:scale>
          <a:sx n="33" d="100"/>
          <a:sy n="33" d="100"/>
        </p:scale>
        <p:origin x="773" y="6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g.raghavi57@gmail.com" userId="e29d66a85e5356c3" providerId="LiveId" clId="{5F9DEE63-F29E-4DC1-B936-3BB7047B16BA}"/>
    <pc:docChg chg="undo redo custSel addSld delSld modSld">
      <pc:chgData name="dg.raghavi57@gmail.com" userId="e29d66a85e5356c3" providerId="LiveId" clId="{5F9DEE63-F29E-4DC1-B936-3BB7047B16BA}" dt="2026-07-16T19:40:01.567" v="1425" actId="113"/>
      <pc:docMkLst>
        <pc:docMk/>
      </pc:docMkLst>
      <pc:sldChg chg="addSp delSp modSp mod">
        <pc:chgData name="dg.raghavi57@gmail.com" userId="e29d66a85e5356c3" providerId="LiveId" clId="{5F9DEE63-F29E-4DC1-B936-3BB7047B16BA}" dt="2026-07-16T18:22:15.534" v="1036" actId="20577"/>
        <pc:sldMkLst>
          <pc:docMk/>
          <pc:sldMk cId="0" sldId="256"/>
        </pc:sldMkLst>
        <pc:spChg chg="mod">
          <ac:chgData name="dg.raghavi57@gmail.com" userId="e29d66a85e5356c3" providerId="LiveId" clId="{5F9DEE63-F29E-4DC1-B936-3BB7047B16BA}" dt="2026-07-16T18:18:42.948" v="983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dg.raghavi57@gmail.com" userId="e29d66a85e5356c3" providerId="LiveId" clId="{5F9DEE63-F29E-4DC1-B936-3BB7047B16BA}" dt="2026-07-16T18:22:15.534" v="1036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dg.raghavi57@gmail.com" userId="e29d66a85e5356c3" providerId="LiveId" clId="{5F9DEE63-F29E-4DC1-B936-3BB7047B16BA}" dt="2026-07-16T18:16:59.781" v="918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dg.raghavi57@gmail.com" userId="e29d66a85e5356c3" providerId="LiveId" clId="{5F9DEE63-F29E-4DC1-B936-3BB7047B16BA}" dt="2026-07-16T18:10:03.485" v="914" actId="1076"/>
          <ac:spMkLst>
            <pc:docMk/>
            <pc:sldMk cId="0" sldId="256"/>
            <ac:spMk id="11" creationId="{FE3E91BB-4D0D-84B8-D3FA-22DCAD5BBC3D}"/>
          </ac:spMkLst>
        </pc:spChg>
        <pc:spChg chg="mod">
          <ac:chgData name="dg.raghavi57@gmail.com" userId="e29d66a85e5356c3" providerId="LiveId" clId="{5F9DEE63-F29E-4DC1-B936-3BB7047B16BA}" dt="2026-07-16T18:18:31.120" v="982" actId="255"/>
          <ac:spMkLst>
            <pc:docMk/>
            <pc:sldMk cId="0" sldId="256"/>
            <ac:spMk id="12" creationId="{7D529094-5005-FD8D-C2AA-790BCEF8D690}"/>
          </ac:spMkLst>
        </pc:spChg>
      </pc:sldChg>
      <pc:sldChg chg="delSp modSp mod">
        <pc:chgData name="dg.raghavi57@gmail.com" userId="e29d66a85e5356c3" providerId="LiveId" clId="{5F9DEE63-F29E-4DC1-B936-3BB7047B16BA}" dt="2026-07-16T18:59:28.993" v="1271" actId="1076"/>
        <pc:sldMkLst>
          <pc:docMk/>
          <pc:sldMk cId="0" sldId="257"/>
        </pc:sldMkLst>
        <pc:spChg chg="mod">
          <ac:chgData name="dg.raghavi57@gmail.com" userId="e29d66a85e5356c3" providerId="LiveId" clId="{5F9DEE63-F29E-4DC1-B936-3BB7047B16BA}" dt="2026-07-16T18:58:53.812" v="1269" actId="1076"/>
          <ac:spMkLst>
            <pc:docMk/>
            <pc:sldMk cId="0" sldId="257"/>
            <ac:spMk id="8" creationId="{024D5F8E-FF69-8178-3075-1D32AF453FEE}"/>
          </ac:spMkLst>
        </pc:spChg>
        <pc:spChg chg="del">
          <ac:chgData name="dg.raghavi57@gmail.com" userId="e29d66a85e5356c3" providerId="LiveId" clId="{5F9DEE63-F29E-4DC1-B936-3BB7047B16BA}" dt="2026-07-16T18:45:32.775" v="1245" actId="478"/>
          <ac:spMkLst>
            <pc:docMk/>
            <pc:sldMk cId="0" sldId="257"/>
            <ac:spMk id="10" creationId="{9D4AB064-8056-58E2-E601-E02B7D223590}"/>
          </ac:spMkLst>
        </pc:spChg>
        <pc:spChg chg="del mod">
          <ac:chgData name="dg.raghavi57@gmail.com" userId="e29d66a85e5356c3" providerId="LiveId" clId="{5F9DEE63-F29E-4DC1-B936-3BB7047B16BA}" dt="2026-07-16T18:45:27.729" v="1244" actId="478"/>
          <ac:spMkLst>
            <pc:docMk/>
            <pc:sldMk cId="0" sldId="257"/>
            <ac:spMk id="12" creationId="{FD60C21A-DF0A-2F06-5326-970880560C55}"/>
          </ac:spMkLst>
        </pc:spChg>
        <pc:spChg chg="del">
          <ac:chgData name="dg.raghavi57@gmail.com" userId="e29d66a85e5356c3" providerId="LiveId" clId="{5F9DEE63-F29E-4DC1-B936-3BB7047B16BA}" dt="2026-07-16T18:57:24.904" v="1247" actId="478"/>
          <ac:spMkLst>
            <pc:docMk/>
            <pc:sldMk cId="0" sldId="257"/>
            <ac:spMk id="14" creationId="{9FBA21E5-B7CC-5150-91B7-BF0FEEFB7224}"/>
          </ac:spMkLst>
        </pc:spChg>
        <pc:spChg chg="del mod">
          <ac:chgData name="dg.raghavi57@gmail.com" userId="e29d66a85e5356c3" providerId="LiveId" clId="{5F9DEE63-F29E-4DC1-B936-3BB7047B16BA}" dt="2026-07-16T18:35:41.178" v="1038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dg.raghavi57@gmail.com" userId="e29d66a85e5356c3" providerId="LiveId" clId="{5F9DEE63-F29E-4DC1-B936-3BB7047B16BA}" dt="2026-07-16T18:57:27.759" v="1248" actId="478"/>
          <ac:spMkLst>
            <pc:docMk/>
            <pc:sldMk cId="0" sldId="257"/>
            <ac:spMk id="22" creationId="{A9DB99CD-6E9C-F3BC-913B-B4157C63D002}"/>
          </ac:spMkLst>
        </pc:spChg>
        <pc:spChg chg="mod">
          <ac:chgData name="dg.raghavi57@gmail.com" userId="e29d66a85e5356c3" providerId="LiveId" clId="{5F9DEE63-F29E-4DC1-B936-3BB7047B16BA}" dt="2026-07-16T18:59:28.993" v="1271" actId="1076"/>
          <ac:spMkLst>
            <pc:docMk/>
            <pc:sldMk cId="0" sldId="257"/>
            <ac:spMk id="26" creationId="{D9D8312C-37E3-6498-FECC-F2BD0C27AA3A}"/>
          </ac:spMkLst>
        </pc:spChg>
      </pc:sldChg>
      <pc:sldChg chg="addSp delSp modSp mod">
        <pc:chgData name="dg.raghavi57@gmail.com" userId="e29d66a85e5356c3" providerId="LiveId" clId="{5F9DEE63-F29E-4DC1-B936-3BB7047B16BA}" dt="2026-07-16T19:12:34.070" v="1334" actId="14100"/>
        <pc:sldMkLst>
          <pc:docMk/>
          <pc:sldMk cId="0" sldId="258"/>
        </pc:sldMkLst>
        <pc:spChg chg="add mod">
          <ac:chgData name="dg.raghavi57@gmail.com" userId="e29d66a85e5356c3" providerId="LiveId" clId="{5F9DEE63-F29E-4DC1-B936-3BB7047B16BA}" dt="2026-07-16T19:12:02.059" v="1328" actId="1076"/>
          <ac:spMkLst>
            <pc:docMk/>
            <pc:sldMk cId="0" sldId="258"/>
            <ac:spMk id="6" creationId="{7684B264-E954-7328-73C8-83EF44CAAA6D}"/>
          </ac:spMkLst>
        </pc:spChg>
        <pc:spChg chg="del mod">
          <ac:chgData name="dg.raghavi57@gmail.com" userId="e29d66a85e5356c3" providerId="LiveId" clId="{5F9DEE63-F29E-4DC1-B936-3BB7047B16BA}" dt="2026-07-16T18:58:38.777" v="1267" actId="478"/>
          <ac:spMkLst>
            <pc:docMk/>
            <pc:sldMk cId="0" sldId="258"/>
            <ac:spMk id="7" creationId="{E2B0F711-7838-A2FA-3FB7-0D99609D9EB1}"/>
          </ac:spMkLst>
        </pc:spChg>
        <pc:spChg chg="mod">
          <ac:chgData name="dg.raghavi57@gmail.com" userId="e29d66a85e5356c3" providerId="LiveId" clId="{5F9DEE63-F29E-4DC1-B936-3BB7047B16BA}" dt="2026-07-16T19:10:10.787" v="1323" actId="1076"/>
          <ac:spMkLst>
            <pc:docMk/>
            <pc:sldMk cId="0" sldId="258"/>
            <ac:spMk id="11" creationId="{CBC2669F-DDFC-3BE5-4CF5-DF92A7306204}"/>
          </ac:spMkLst>
        </pc:spChg>
        <pc:spChg chg="del">
          <ac:chgData name="dg.raghavi57@gmail.com" userId="e29d66a85e5356c3" providerId="LiveId" clId="{5F9DEE63-F29E-4DC1-B936-3BB7047B16BA}" dt="2026-07-16T18:58:32.577" v="1265" actId="478"/>
          <ac:spMkLst>
            <pc:docMk/>
            <pc:sldMk cId="0" sldId="258"/>
            <ac:spMk id="15" creationId="{D198A8AB-7831-7E91-4CFA-1AA51274462C}"/>
          </ac:spMkLst>
        </pc:spChg>
        <pc:spChg chg="del">
          <ac:chgData name="dg.raghavi57@gmail.com" userId="e29d66a85e5356c3" providerId="LiveId" clId="{5F9DEE63-F29E-4DC1-B936-3BB7047B16BA}" dt="2026-07-16T18:58:29.404" v="1264" actId="478"/>
          <ac:spMkLst>
            <pc:docMk/>
            <pc:sldMk cId="0" sldId="258"/>
            <ac:spMk id="17" creationId="{25837A46-0050-F0A5-BD75-8490A58A11A4}"/>
          </ac:spMkLst>
        </pc:spChg>
        <pc:spChg chg="del mod">
          <ac:chgData name="dg.raghavi57@gmail.com" userId="e29d66a85e5356c3" providerId="LiveId" clId="{5F9DEE63-F29E-4DC1-B936-3BB7047B16BA}" dt="2026-07-16T18:58:41.927" v="1268" actId="478"/>
          <ac:spMkLst>
            <pc:docMk/>
            <pc:sldMk cId="0" sldId="258"/>
            <ac:spMk id="21" creationId="{D23C278F-EDC1-0B37-CEEB-DEC63E659C68}"/>
          </ac:spMkLst>
        </pc:spChg>
        <pc:picChg chg="add mod">
          <ac:chgData name="dg.raghavi57@gmail.com" userId="e29d66a85e5356c3" providerId="LiveId" clId="{5F9DEE63-F29E-4DC1-B936-3BB7047B16BA}" dt="2026-07-16T19:12:34.070" v="1334" actId="14100"/>
          <ac:picMkLst>
            <pc:docMk/>
            <pc:sldMk cId="0" sldId="258"/>
            <ac:picMk id="9" creationId="{7E44F1FF-1913-33F1-703F-6DB84323A51E}"/>
          </ac:picMkLst>
        </pc:picChg>
      </pc:sldChg>
      <pc:sldChg chg="addSp delSp modSp mod">
        <pc:chgData name="dg.raghavi57@gmail.com" userId="e29d66a85e5356c3" providerId="LiveId" clId="{5F9DEE63-F29E-4DC1-B936-3BB7047B16BA}" dt="2026-07-16T19:17:28.805" v="1375" actId="1076"/>
        <pc:sldMkLst>
          <pc:docMk/>
          <pc:sldMk cId="3974531691" sldId="268"/>
        </pc:sldMkLst>
        <pc:spChg chg="mod">
          <ac:chgData name="dg.raghavi57@gmail.com" userId="e29d66a85e5356c3" providerId="LiveId" clId="{5F9DEE63-F29E-4DC1-B936-3BB7047B16BA}" dt="2026-07-16T19:17:28.805" v="1375" actId="1076"/>
          <ac:spMkLst>
            <pc:docMk/>
            <pc:sldMk cId="3974531691" sldId="268"/>
            <ac:spMk id="2" creationId="{95A3A40D-6B63-3068-51E0-89A6466C0C07}"/>
          </ac:spMkLst>
        </pc:spChg>
        <pc:spChg chg="add mod">
          <ac:chgData name="dg.raghavi57@gmail.com" userId="e29d66a85e5356c3" providerId="LiveId" clId="{5F9DEE63-F29E-4DC1-B936-3BB7047B16BA}" dt="2026-07-16T19:16:32.873" v="1366"/>
          <ac:spMkLst>
            <pc:docMk/>
            <pc:sldMk cId="3974531691" sldId="268"/>
            <ac:spMk id="7" creationId="{7684C251-CA10-D1EA-14E6-B8803BBF5113}"/>
          </ac:spMkLst>
        </pc:spChg>
        <pc:spChg chg="del">
          <ac:chgData name="dg.raghavi57@gmail.com" userId="e29d66a85e5356c3" providerId="LiveId" clId="{5F9DEE63-F29E-4DC1-B936-3BB7047B16BA}" dt="2026-07-16T19:08:54.355" v="1310" actId="478"/>
          <ac:spMkLst>
            <pc:docMk/>
            <pc:sldMk cId="3974531691" sldId="268"/>
            <ac:spMk id="8" creationId="{E80FA822-DD44-BB33-8F87-4C3AA1CBA53A}"/>
          </ac:spMkLst>
        </pc:spChg>
        <pc:spChg chg="mod">
          <ac:chgData name="dg.raghavi57@gmail.com" userId="e29d66a85e5356c3" providerId="LiveId" clId="{5F9DEE63-F29E-4DC1-B936-3BB7047B16BA}" dt="2026-07-16T18:38:54.565" v="1137" actId="20577"/>
          <ac:spMkLst>
            <pc:docMk/>
            <pc:sldMk cId="3974531691" sldId="268"/>
            <ac:spMk id="9" creationId="{36376930-88A7-42A7-386B-5D9C3E15D97D}"/>
          </ac:spMkLst>
        </pc:spChg>
        <pc:spChg chg="del">
          <ac:chgData name="dg.raghavi57@gmail.com" userId="e29d66a85e5356c3" providerId="LiveId" clId="{5F9DEE63-F29E-4DC1-B936-3BB7047B16BA}" dt="2026-07-16T19:09:00.896" v="1312" actId="478"/>
          <ac:spMkLst>
            <pc:docMk/>
            <pc:sldMk cId="3974531691" sldId="268"/>
            <ac:spMk id="11" creationId="{CE147F37-02E2-9E67-626A-4D19713C5172}"/>
          </ac:spMkLst>
        </pc:spChg>
        <pc:spChg chg="add mod">
          <ac:chgData name="dg.raghavi57@gmail.com" userId="e29d66a85e5356c3" providerId="LiveId" clId="{5F9DEE63-F29E-4DC1-B936-3BB7047B16BA}" dt="2026-07-16T19:17:14.382" v="1373" actId="1076"/>
          <ac:spMkLst>
            <pc:docMk/>
            <pc:sldMk cId="3974531691" sldId="268"/>
            <ac:spMk id="12" creationId="{FA7C831C-C870-E4E0-7D8E-52BB5445725A}"/>
          </ac:spMkLst>
        </pc:spChg>
        <pc:spChg chg="del">
          <ac:chgData name="dg.raghavi57@gmail.com" userId="e29d66a85e5356c3" providerId="LiveId" clId="{5F9DEE63-F29E-4DC1-B936-3BB7047B16BA}" dt="2026-07-16T19:08:58.283" v="1311" actId="478"/>
          <ac:spMkLst>
            <pc:docMk/>
            <pc:sldMk cId="3974531691" sldId="268"/>
            <ac:spMk id="13" creationId="{2DBA99B4-DF62-CE60-E561-5453BEB3C323}"/>
          </ac:spMkLst>
        </pc:spChg>
        <pc:spChg chg="del">
          <ac:chgData name="dg.raghavi57@gmail.com" userId="e29d66a85e5356c3" providerId="LiveId" clId="{5F9DEE63-F29E-4DC1-B936-3BB7047B16BA}" dt="2026-07-16T19:09:05.458" v="1313" actId="478"/>
          <ac:spMkLst>
            <pc:docMk/>
            <pc:sldMk cId="3974531691" sldId="268"/>
            <ac:spMk id="17" creationId="{A1B68890-A8E1-ACBF-CFD0-2194E4BB4380}"/>
          </ac:spMkLst>
        </pc:spChg>
        <pc:spChg chg="add mod">
          <ac:chgData name="dg.raghavi57@gmail.com" userId="e29d66a85e5356c3" providerId="LiveId" clId="{5F9DEE63-F29E-4DC1-B936-3BB7047B16BA}" dt="2026-07-16T19:17:03.015" v="1371" actId="2710"/>
          <ac:spMkLst>
            <pc:docMk/>
            <pc:sldMk cId="3974531691" sldId="268"/>
            <ac:spMk id="18" creationId="{97F83508-08F1-D705-0FBE-9A1DB6FE87B4}"/>
          </ac:spMkLst>
        </pc:spChg>
        <pc:spChg chg="del">
          <ac:chgData name="dg.raghavi57@gmail.com" userId="e29d66a85e5356c3" providerId="LiveId" clId="{5F9DEE63-F29E-4DC1-B936-3BB7047B16BA}" dt="2026-07-16T19:09:12.171" v="1315" actId="478"/>
          <ac:spMkLst>
            <pc:docMk/>
            <pc:sldMk cId="3974531691" sldId="268"/>
            <ac:spMk id="19" creationId="{DD130AE5-6686-27B4-D8ED-46C58D61BAFC}"/>
          </ac:spMkLst>
        </pc:spChg>
        <pc:spChg chg="del">
          <ac:chgData name="dg.raghavi57@gmail.com" userId="e29d66a85e5356c3" providerId="LiveId" clId="{5F9DEE63-F29E-4DC1-B936-3BB7047B16BA}" dt="2026-07-16T19:09:09.191" v="1314" actId="478"/>
          <ac:spMkLst>
            <pc:docMk/>
            <pc:sldMk cId="3974531691" sldId="268"/>
            <ac:spMk id="21" creationId="{6B8A50EF-0B54-8436-7240-8C544F363CFC}"/>
          </ac:spMkLst>
        </pc:spChg>
        <pc:spChg chg="add mod">
          <ac:chgData name="dg.raghavi57@gmail.com" userId="e29d66a85e5356c3" providerId="LiveId" clId="{5F9DEE63-F29E-4DC1-B936-3BB7047B16BA}" dt="2026-07-16T19:17:19.132" v="1374" actId="14100"/>
          <ac:spMkLst>
            <pc:docMk/>
            <pc:sldMk cId="3974531691" sldId="268"/>
            <ac:spMk id="22" creationId="{BCD5EB3D-ACD9-A760-EBA9-3FAA9E7DB99C}"/>
          </ac:spMkLst>
        </pc:spChg>
      </pc:sldChg>
      <pc:sldChg chg="addSp delSp modSp mod">
        <pc:chgData name="dg.raghavi57@gmail.com" userId="e29d66a85e5356c3" providerId="LiveId" clId="{5F9DEE63-F29E-4DC1-B936-3BB7047B16BA}" dt="2026-07-16T19:19:57.614" v="1388" actId="14100"/>
        <pc:sldMkLst>
          <pc:docMk/>
          <pc:sldMk cId="2254982248" sldId="269"/>
        </pc:sldMkLst>
        <pc:spChg chg="del">
          <ac:chgData name="dg.raghavi57@gmail.com" userId="e29d66a85e5356c3" providerId="LiveId" clId="{5F9DEE63-F29E-4DC1-B936-3BB7047B16BA}" dt="2026-07-16T19:17:55.872" v="1376" actId="478"/>
          <ac:spMkLst>
            <pc:docMk/>
            <pc:sldMk cId="2254982248" sldId="269"/>
            <ac:spMk id="8" creationId="{082EECE3-F130-7CFE-39BE-599378F4F2C9}"/>
          </ac:spMkLst>
        </pc:spChg>
        <pc:spChg chg="mod">
          <ac:chgData name="dg.raghavi57@gmail.com" userId="e29d66a85e5356c3" providerId="LiveId" clId="{5F9DEE63-F29E-4DC1-B936-3BB7047B16BA}" dt="2026-07-16T18:39:22.973" v="1159" actId="1076"/>
          <ac:spMkLst>
            <pc:docMk/>
            <pc:sldMk cId="2254982248" sldId="269"/>
            <ac:spMk id="9" creationId="{AE3F60D9-4783-AB91-C4DE-D1EF351D7BF6}"/>
          </ac:spMkLst>
        </pc:spChg>
        <pc:spChg chg="del">
          <ac:chgData name="dg.raghavi57@gmail.com" userId="e29d66a85e5356c3" providerId="LiveId" clId="{5F9DEE63-F29E-4DC1-B936-3BB7047B16BA}" dt="2026-07-16T19:17:59.189" v="1377" actId="478"/>
          <ac:spMkLst>
            <pc:docMk/>
            <pc:sldMk cId="2254982248" sldId="269"/>
            <ac:spMk id="13" creationId="{9087CE87-250E-A864-1119-F196E14505D8}"/>
          </ac:spMkLst>
        </pc:spChg>
        <pc:spChg chg="del">
          <ac:chgData name="dg.raghavi57@gmail.com" userId="e29d66a85e5356c3" providerId="LiveId" clId="{5F9DEE63-F29E-4DC1-B936-3BB7047B16BA}" dt="2026-07-16T19:18:01.821" v="1378" actId="478"/>
          <ac:spMkLst>
            <pc:docMk/>
            <pc:sldMk cId="2254982248" sldId="269"/>
            <ac:spMk id="17" creationId="{24247943-F954-57B1-6A78-D696FCE3769F}"/>
          </ac:spMkLst>
        </pc:spChg>
        <pc:spChg chg="del">
          <ac:chgData name="dg.raghavi57@gmail.com" userId="e29d66a85e5356c3" providerId="LiveId" clId="{5F9DEE63-F29E-4DC1-B936-3BB7047B16BA}" dt="2026-07-16T19:18:06.254" v="1379" actId="478"/>
          <ac:spMkLst>
            <pc:docMk/>
            <pc:sldMk cId="2254982248" sldId="269"/>
            <ac:spMk id="19" creationId="{48947CA3-3D79-4419-33F1-C8884B3F38B1}"/>
          </ac:spMkLst>
        </pc:spChg>
        <pc:picChg chg="add mod modCrop">
          <ac:chgData name="dg.raghavi57@gmail.com" userId="e29d66a85e5356c3" providerId="LiveId" clId="{5F9DEE63-F29E-4DC1-B936-3BB7047B16BA}" dt="2026-07-16T19:19:57.614" v="1388" actId="14100"/>
          <ac:picMkLst>
            <pc:docMk/>
            <pc:sldMk cId="2254982248" sldId="269"/>
            <ac:picMk id="7" creationId="{14E23E28-3EBA-E1C2-F5A3-EBFDD31CC7AA}"/>
          </ac:picMkLst>
        </pc:picChg>
      </pc:sldChg>
      <pc:sldChg chg="addSp delSp modSp add mod">
        <pc:chgData name="dg.raghavi57@gmail.com" userId="e29d66a85e5356c3" providerId="LiveId" clId="{5F9DEE63-F29E-4DC1-B936-3BB7047B16BA}" dt="2026-07-16T19:40:01.567" v="1425" actId="113"/>
        <pc:sldMkLst>
          <pc:docMk/>
          <pc:sldMk cId="3453543190" sldId="270"/>
        </pc:sldMkLst>
        <pc:spChg chg="del mod">
          <ac:chgData name="dg.raghavi57@gmail.com" userId="e29d66a85e5356c3" providerId="LiveId" clId="{5F9DEE63-F29E-4DC1-B936-3BB7047B16BA}" dt="2026-07-16T19:03:34.119" v="1309" actId="478"/>
          <ac:spMkLst>
            <pc:docMk/>
            <pc:sldMk cId="3453543190" sldId="270"/>
            <ac:spMk id="8" creationId="{D35D1158-38E7-9EC9-4FD1-AB5601F65D7B}"/>
          </ac:spMkLst>
        </pc:spChg>
        <pc:spChg chg="mod">
          <ac:chgData name="dg.raghavi57@gmail.com" userId="e29d66a85e5356c3" providerId="LiveId" clId="{5F9DEE63-F29E-4DC1-B936-3BB7047B16BA}" dt="2026-07-16T18:40:56.198" v="1199" actId="1076"/>
          <ac:spMkLst>
            <pc:docMk/>
            <pc:sldMk cId="3453543190" sldId="270"/>
            <ac:spMk id="9" creationId="{AE3556CE-748B-BFEE-602D-8B09C32E1B0C}"/>
          </ac:spMkLst>
        </pc:spChg>
        <pc:spChg chg="del mod">
          <ac:chgData name="dg.raghavi57@gmail.com" userId="e29d66a85e5356c3" providerId="LiveId" clId="{5F9DEE63-F29E-4DC1-B936-3BB7047B16BA}" dt="2026-07-16T19:03:26.926" v="1307" actId="478"/>
          <ac:spMkLst>
            <pc:docMk/>
            <pc:sldMk cId="3453543190" sldId="270"/>
            <ac:spMk id="13" creationId="{AA588AE5-4423-E3EA-8926-CF4FCFC138F3}"/>
          </ac:spMkLst>
        </pc:spChg>
        <pc:spChg chg="del">
          <ac:chgData name="dg.raghavi57@gmail.com" userId="e29d66a85e5356c3" providerId="LiveId" clId="{5F9DEE63-F29E-4DC1-B936-3BB7047B16BA}" dt="2026-07-16T19:03:23.361" v="1306" actId="478"/>
          <ac:spMkLst>
            <pc:docMk/>
            <pc:sldMk cId="3453543190" sldId="270"/>
            <ac:spMk id="17" creationId="{0B65ACDE-BB1C-146A-F8A9-18B67C7D304D}"/>
          </ac:spMkLst>
        </pc:spChg>
        <pc:spChg chg="del">
          <ac:chgData name="dg.raghavi57@gmail.com" userId="e29d66a85e5356c3" providerId="LiveId" clId="{5F9DEE63-F29E-4DC1-B936-3BB7047B16BA}" dt="2026-07-16T19:03:29.641" v="1308" actId="478"/>
          <ac:spMkLst>
            <pc:docMk/>
            <pc:sldMk cId="3453543190" sldId="270"/>
            <ac:spMk id="19" creationId="{BE6BB4A4-C9BB-7DF0-A92B-8A8817040C30}"/>
          </ac:spMkLst>
        </pc:spChg>
        <pc:spChg chg="add mod">
          <ac:chgData name="dg.raghavi57@gmail.com" userId="e29d66a85e5356c3" providerId="LiveId" clId="{5F9DEE63-F29E-4DC1-B936-3BB7047B16BA}" dt="2026-07-16T19:39:31.735" v="1418" actId="1076"/>
          <ac:spMkLst>
            <pc:docMk/>
            <pc:sldMk cId="3453543190" sldId="270"/>
            <ac:spMk id="20" creationId="{5C820F89-0B03-85B9-E3DC-203CD160A2F8}"/>
          </ac:spMkLst>
        </pc:spChg>
        <pc:spChg chg="add mod">
          <ac:chgData name="dg.raghavi57@gmail.com" userId="e29d66a85e5356c3" providerId="LiveId" clId="{5F9DEE63-F29E-4DC1-B936-3BB7047B16BA}" dt="2026-07-16T19:40:01.567" v="1425" actId="113"/>
          <ac:spMkLst>
            <pc:docMk/>
            <pc:sldMk cId="3453543190" sldId="270"/>
            <ac:spMk id="22" creationId="{01DF07CF-D0B7-A1C5-BAB2-F3434732C3AD}"/>
          </ac:spMkLst>
        </pc:spChg>
        <pc:picChg chg="add mod">
          <ac:chgData name="dg.raghavi57@gmail.com" userId="e29d66a85e5356c3" providerId="LiveId" clId="{5F9DEE63-F29E-4DC1-B936-3BB7047B16BA}" dt="2026-07-16T19:38:05.009" v="1400" actId="1076"/>
          <ac:picMkLst>
            <pc:docMk/>
            <pc:sldMk cId="3453543190" sldId="270"/>
            <ac:picMk id="7" creationId="{FA302F2D-1D43-90C1-6B4B-B60C3AB243AE}"/>
          </ac:picMkLst>
        </pc:picChg>
        <pc:picChg chg="add mod">
          <ac:chgData name="dg.raghavi57@gmail.com" userId="e29d66a85e5356c3" providerId="LiveId" clId="{5F9DEE63-F29E-4DC1-B936-3BB7047B16BA}" dt="2026-07-16T19:38:16.501" v="1404" actId="14100"/>
          <ac:picMkLst>
            <pc:docMk/>
            <pc:sldMk cId="3453543190" sldId="270"/>
            <ac:picMk id="11" creationId="{8F9E9761-2402-93DF-4141-549FEFCA25BC}"/>
          </ac:picMkLst>
        </pc:picChg>
        <pc:picChg chg="add mod">
          <ac:chgData name="dg.raghavi57@gmail.com" userId="e29d66a85e5356c3" providerId="LiveId" clId="{5F9DEE63-F29E-4DC1-B936-3BB7047B16BA}" dt="2026-07-16T19:39:51.751" v="1423" actId="1076"/>
          <ac:picMkLst>
            <pc:docMk/>
            <pc:sldMk cId="3453543190" sldId="270"/>
            <ac:picMk id="16" creationId="{A5122137-55DD-AD92-3A5F-3C9EBCC5D470}"/>
          </ac:picMkLst>
        </pc:picChg>
      </pc:sldChg>
      <pc:sldChg chg="addSp delSp modSp add mod">
        <pc:chgData name="dg.raghavi57@gmail.com" userId="e29d66a85e5356c3" providerId="LiveId" clId="{5F9DEE63-F29E-4DC1-B936-3BB7047B16BA}" dt="2026-07-16T19:03:02.020" v="1304" actId="1076"/>
        <pc:sldMkLst>
          <pc:docMk/>
          <pc:sldMk cId="1091819494" sldId="271"/>
        </pc:sldMkLst>
        <pc:spChg chg="add mod">
          <ac:chgData name="dg.raghavi57@gmail.com" userId="e29d66a85e5356c3" providerId="LiveId" clId="{5F9DEE63-F29E-4DC1-B936-3BB7047B16BA}" dt="2026-07-16T19:03:02.020" v="1304" actId="1076"/>
          <ac:spMkLst>
            <pc:docMk/>
            <pc:sldMk cId="1091819494" sldId="271"/>
            <ac:spMk id="7" creationId="{F02DC346-915E-37B2-335E-431F98C8F46B}"/>
          </ac:spMkLst>
        </pc:spChg>
        <pc:spChg chg="del mod">
          <ac:chgData name="dg.raghavi57@gmail.com" userId="e29d66a85e5356c3" providerId="LiveId" clId="{5F9DEE63-F29E-4DC1-B936-3BB7047B16BA}" dt="2026-07-16T19:02:15.342" v="1297" actId="478"/>
          <ac:spMkLst>
            <pc:docMk/>
            <pc:sldMk cId="1091819494" sldId="271"/>
            <ac:spMk id="8" creationId="{7669CC65-F098-CC7F-1383-7A418D04ADCA}"/>
          </ac:spMkLst>
        </pc:spChg>
        <pc:spChg chg="mod">
          <ac:chgData name="dg.raghavi57@gmail.com" userId="e29d66a85e5356c3" providerId="LiveId" clId="{5F9DEE63-F29E-4DC1-B936-3BB7047B16BA}" dt="2026-07-16T18:41:44.839" v="1212" actId="1076"/>
          <ac:spMkLst>
            <pc:docMk/>
            <pc:sldMk cId="1091819494" sldId="271"/>
            <ac:spMk id="9" creationId="{7481EC6A-9199-97E3-F61B-FEEDAD39F29C}"/>
          </ac:spMkLst>
        </pc:spChg>
        <pc:spChg chg="del">
          <ac:chgData name="dg.raghavi57@gmail.com" userId="e29d66a85e5356c3" providerId="LiveId" clId="{5F9DEE63-F29E-4DC1-B936-3BB7047B16BA}" dt="2026-07-16T19:02:08.522" v="1295" actId="478"/>
          <ac:spMkLst>
            <pc:docMk/>
            <pc:sldMk cId="1091819494" sldId="271"/>
            <ac:spMk id="13" creationId="{055E436E-449A-244E-3280-94D85DB78B6A}"/>
          </ac:spMkLst>
        </pc:spChg>
        <pc:spChg chg="del">
          <ac:chgData name="dg.raghavi57@gmail.com" userId="e29d66a85e5356c3" providerId="LiveId" clId="{5F9DEE63-F29E-4DC1-B936-3BB7047B16BA}" dt="2026-07-16T19:02:04.915" v="1294" actId="478"/>
          <ac:spMkLst>
            <pc:docMk/>
            <pc:sldMk cId="1091819494" sldId="271"/>
            <ac:spMk id="17" creationId="{FCC0BF06-E8AE-1A07-665A-3B272FAB2474}"/>
          </ac:spMkLst>
        </pc:spChg>
        <pc:spChg chg="del">
          <ac:chgData name="dg.raghavi57@gmail.com" userId="e29d66a85e5356c3" providerId="LiveId" clId="{5F9DEE63-F29E-4DC1-B936-3BB7047B16BA}" dt="2026-07-16T19:02:11.961" v="1296" actId="478"/>
          <ac:spMkLst>
            <pc:docMk/>
            <pc:sldMk cId="1091819494" sldId="271"/>
            <ac:spMk id="19" creationId="{0D098641-83D9-D238-101D-61DAFD46AC8A}"/>
          </ac:spMkLst>
        </pc:spChg>
      </pc:sldChg>
      <pc:sldChg chg="add del">
        <pc:chgData name="dg.raghavi57@gmail.com" userId="e29d66a85e5356c3" providerId="LiveId" clId="{5F9DEE63-F29E-4DC1-B936-3BB7047B16BA}" dt="2026-07-16T18:42:39.890" v="1218"/>
        <pc:sldMkLst>
          <pc:docMk/>
          <pc:sldMk cId="3070805432" sldId="272"/>
        </pc:sldMkLst>
      </pc:sldChg>
      <pc:sldChg chg="addSp delSp modSp add mod">
        <pc:chgData name="dg.raghavi57@gmail.com" userId="e29d66a85e5356c3" providerId="LiveId" clId="{5F9DEE63-F29E-4DC1-B936-3BB7047B16BA}" dt="2026-07-16T19:01:41.627" v="1292" actId="20577"/>
        <pc:sldMkLst>
          <pc:docMk/>
          <pc:sldMk cId="3604237105" sldId="272"/>
        </pc:sldMkLst>
        <pc:spChg chg="add mod">
          <ac:chgData name="dg.raghavi57@gmail.com" userId="e29d66a85e5356c3" providerId="LiveId" clId="{5F9DEE63-F29E-4DC1-B936-3BB7047B16BA}" dt="2026-07-16T19:01:41.627" v="1292" actId="20577"/>
          <ac:spMkLst>
            <pc:docMk/>
            <pc:sldMk cId="3604237105" sldId="272"/>
            <ac:spMk id="7" creationId="{BCB028B3-2E54-866A-4873-A446879063D4}"/>
          </ac:spMkLst>
        </pc:spChg>
        <pc:spChg chg="del mod">
          <ac:chgData name="dg.raghavi57@gmail.com" userId="e29d66a85e5356c3" providerId="LiveId" clId="{5F9DEE63-F29E-4DC1-B936-3BB7047B16BA}" dt="2026-07-16T19:00:44.028" v="1280" actId="478"/>
          <ac:spMkLst>
            <pc:docMk/>
            <pc:sldMk cId="3604237105" sldId="272"/>
            <ac:spMk id="8" creationId="{7147710E-BFB5-A800-ED82-6D91C5750781}"/>
          </ac:spMkLst>
        </pc:spChg>
        <pc:spChg chg="mod">
          <ac:chgData name="dg.raghavi57@gmail.com" userId="e29d66a85e5356c3" providerId="LiveId" clId="{5F9DEE63-F29E-4DC1-B936-3BB7047B16BA}" dt="2026-07-16T18:42:55.117" v="1230" actId="20577"/>
          <ac:spMkLst>
            <pc:docMk/>
            <pc:sldMk cId="3604237105" sldId="272"/>
            <ac:spMk id="9" creationId="{4069FED3-BCB5-BA66-C638-759C79F9E190}"/>
          </ac:spMkLst>
        </pc:spChg>
        <pc:spChg chg="del">
          <ac:chgData name="dg.raghavi57@gmail.com" userId="e29d66a85e5356c3" providerId="LiveId" clId="{5F9DEE63-F29E-4DC1-B936-3BB7047B16BA}" dt="2026-07-16T19:00:28.794" v="1273" actId="478"/>
          <ac:spMkLst>
            <pc:docMk/>
            <pc:sldMk cId="3604237105" sldId="272"/>
            <ac:spMk id="13" creationId="{4F17F4B3-7E5E-0DA7-DFDD-B1823E334FE9}"/>
          </ac:spMkLst>
        </pc:spChg>
        <pc:spChg chg="del mod">
          <ac:chgData name="dg.raghavi57@gmail.com" userId="e29d66a85e5356c3" providerId="LiveId" clId="{5F9DEE63-F29E-4DC1-B936-3BB7047B16BA}" dt="2026-07-16T19:00:34.860" v="1277" actId="478"/>
          <ac:spMkLst>
            <pc:docMk/>
            <pc:sldMk cId="3604237105" sldId="272"/>
            <ac:spMk id="17" creationId="{D182672C-3AA4-E14F-DA44-692EB311B01D}"/>
          </ac:spMkLst>
        </pc:spChg>
        <pc:spChg chg="del mod">
          <ac:chgData name="dg.raghavi57@gmail.com" userId="e29d66a85e5356c3" providerId="LiveId" clId="{5F9DEE63-F29E-4DC1-B936-3BB7047B16BA}" dt="2026-07-16T19:00:41.106" v="1279" actId="478"/>
          <ac:spMkLst>
            <pc:docMk/>
            <pc:sldMk cId="3604237105" sldId="272"/>
            <ac:spMk id="19" creationId="{75778E07-AF20-9D67-AE5A-804D5535F003}"/>
          </ac:spMkLst>
        </pc:spChg>
      </pc:sldChg>
      <pc:sldChg chg="add del">
        <pc:chgData name="dg.raghavi57@gmail.com" userId="e29d66a85e5356c3" providerId="LiveId" clId="{5F9DEE63-F29E-4DC1-B936-3BB7047B16BA}" dt="2026-07-16T18:42:35.338" v="1216"/>
        <pc:sldMkLst>
          <pc:docMk/>
          <pc:sldMk cId="3784384932" sldId="272"/>
        </pc:sldMkLst>
      </pc:sldChg>
      <pc:sldChg chg="add del">
        <pc:chgData name="dg.raghavi57@gmail.com" userId="e29d66a85e5356c3" providerId="LiveId" clId="{5F9DEE63-F29E-4DC1-B936-3BB7047B16BA}" dt="2026-07-16T18:42:39.890" v="1218"/>
        <pc:sldMkLst>
          <pc:docMk/>
          <pc:sldMk cId="771493290" sldId="273"/>
        </pc:sldMkLst>
      </pc:sldChg>
      <pc:sldChg chg="add del">
        <pc:chgData name="dg.raghavi57@gmail.com" userId="e29d66a85e5356c3" providerId="LiveId" clId="{5F9DEE63-F29E-4DC1-B936-3BB7047B16BA}" dt="2026-07-16T18:42:35.338" v="1216"/>
        <pc:sldMkLst>
          <pc:docMk/>
          <pc:sldMk cId="2980779164" sldId="273"/>
        </pc:sldMkLst>
      </pc:sldChg>
      <pc:sldChg chg="add del">
        <pc:chgData name="dg.raghavi57@gmail.com" userId="e29d66a85e5356c3" providerId="LiveId" clId="{5F9DEE63-F29E-4DC1-B936-3BB7047B16BA}" dt="2026-07-16T18:42:39.890" v="1218"/>
        <pc:sldMkLst>
          <pc:docMk/>
          <pc:sldMk cId="252093616" sldId="274"/>
        </pc:sldMkLst>
      </pc:sldChg>
      <pc:sldChg chg="add del">
        <pc:chgData name="dg.raghavi57@gmail.com" userId="e29d66a85e5356c3" providerId="LiveId" clId="{5F9DEE63-F29E-4DC1-B936-3BB7047B16BA}" dt="2026-07-16T18:42:35.338" v="1216"/>
        <pc:sldMkLst>
          <pc:docMk/>
          <pc:sldMk cId="1511716213" sldId="274"/>
        </pc:sldMkLst>
      </pc:sldChg>
      <pc:sldChg chg="add del">
        <pc:chgData name="dg.raghavi57@gmail.com" userId="e29d66a85e5356c3" providerId="LiveId" clId="{5F9DEE63-F29E-4DC1-B936-3BB7047B16BA}" dt="2026-07-16T18:42:39.890" v="1218"/>
        <pc:sldMkLst>
          <pc:docMk/>
          <pc:sldMk cId="256781952" sldId="275"/>
        </pc:sldMkLst>
      </pc:sldChg>
      <pc:sldChg chg="add del">
        <pc:chgData name="dg.raghavi57@gmail.com" userId="e29d66a85e5356c3" providerId="LiveId" clId="{5F9DEE63-F29E-4DC1-B936-3BB7047B16BA}" dt="2026-07-16T18:42:35.338" v="1216"/>
        <pc:sldMkLst>
          <pc:docMk/>
          <pc:sldMk cId="2040191685" sldId="275"/>
        </pc:sldMkLst>
      </pc:sldChg>
      <pc:sldChg chg="add del">
        <pc:chgData name="dg.raghavi57@gmail.com" userId="e29d66a85e5356c3" providerId="LiveId" clId="{5F9DEE63-F29E-4DC1-B936-3BB7047B16BA}" dt="2026-07-16T18:42:35.338" v="1216"/>
        <pc:sldMkLst>
          <pc:docMk/>
          <pc:sldMk cId="1955938606" sldId="276"/>
        </pc:sldMkLst>
      </pc:sldChg>
      <pc:sldChg chg="add del">
        <pc:chgData name="dg.raghavi57@gmail.com" userId="e29d66a85e5356c3" providerId="LiveId" clId="{5F9DEE63-F29E-4DC1-B936-3BB7047B16BA}" dt="2026-07-16T18:42:39.890" v="1218"/>
        <pc:sldMkLst>
          <pc:docMk/>
          <pc:sldMk cId="2868787875" sldId="276"/>
        </pc:sldMkLst>
      </pc:sldChg>
      <pc:sldChg chg="add del">
        <pc:chgData name="dg.raghavi57@gmail.com" userId="e29d66a85e5356c3" providerId="LiveId" clId="{5F9DEE63-F29E-4DC1-B936-3BB7047B16BA}" dt="2026-07-16T18:42:35.338" v="1216"/>
        <pc:sldMkLst>
          <pc:docMk/>
          <pc:sldMk cId="2298950675" sldId="277"/>
        </pc:sldMkLst>
      </pc:sldChg>
      <pc:sldChg chg="add del">
        <pc:chgData name="dg.raghavi57@gmail.com" userId="e29d66a85e5356c3" providerId="LiveId" clId="{5F9DEE63-F29E-4DC1-B936-3BB7047B16BA}" dt="2026-07-16T18:42:39.890" v="1218"/>
        <pc:sldMkLst>
          <pc:docMk/>
          <pc:sldMk cId="3294709427" sldId="277"/>
        </pc:sldMkLst>
      </pc:sldChg>
      <pc:sldChg chg="add del">
        <pc:chgData name="dg.raghavi57@gmail.com" userId="e29d66a85e5356c3" providerId="LiveId" clId="{5F9DEE63-F29E-4DC1-B936-3BB7047B16BA}" dt="2026-07-16T18:42:39.890" v="1218"/>
        <pc:sldMkLst>
          <pc:docMk/>
          <pc:sldMk cId="992852072" sldId="278"/>
        </pc:sldMkLst>
      </pc:sldChg>
      <pc:sldChg chg="add del">
        <pc:chgData name="dg.raghavi57@gmail.com" userId="e29d66a85e5356c3" providerId="LiveId" clId="{5F9DEE63-F29E-4DC1-B936-3BB7047B16BA}" dt="2026-07-16T18:42:35.338" v="1216"/>
        <pc:sldMkLst>
          <pc:docMk/>
          <pc:sldMk cId="1406467341" sldId="278"/>
        </pc:sldMkLst>
      </pc:sldChg>
      <pc:sldChg chg="add del">
        <pc:chgData name="dg.raghavi57@gmail.com" userId="e29d66a85e5356c3" providerId="LiveId" clId="{5F9DEE63-F29E-4DC1-B936-3BB7047B16BA}" dt="2026-07-16T18:42:39.890" v="1218"/>
        <pc:sldMkLst>
          <pc:docMk/>
          <pc:sldMk cId="241017413" sldId="279"/>
        </pc:sldMkLst>
      </pc:sldChg>
      <pc:sldChg chg="add del">
        <pc:chgData name="dg.raghavi57@gmail.com" userId="e29d66a85e5356c3" providerId="LiveId" clId="{5F9DEE63-F29E-4DC1-B936-3BB7047B16BA}" dt="2026-07-16T18:42:35.338" v="1216"/>
        <pc:sldMkLst>
          <pc:docMk/>
          <pc:sldMk cId="4275016464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AE915-441F-41BB-A3B7-FD8FCBBAED3A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B70C1B-6F69-458D-8CCB-01E0304F8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82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70C1B-6F69-458D-8CCB-01E0304F87A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938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12570" y="491490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5034521" y="6333392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-3680067" y="-251105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1658600" y="6626887"/>
            <a:ext cx="5109638" cy="1174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DG Jory"/>
                <a:cs typeface="Times New Roman" panose="02020603050405020304" pitchFamily="18" charset="0"/>
                <a:sym typeface="DG Jory"/>
              </a:rPr>
              <a:t>PRESENTED BY</a:t>
            </a:r>
          </a:p>
          <a:p>
            <a:pPr algn="ctr"/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DG Jory"/>
                <a:cs typeface="Times New Roman" panose="02020603050405020304" pitchFamily="18" charset="0"/>
                <a:sym typeface="DG Jory"/>
              </a:rPr>
              <a:t>D.G.RAGHAVI (192521173)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7870" y="6875450"/>
            <a:ext cx="6204392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sz="3105" dirty="0">
                <a:solidFill>
                  <a:srgbClr val="000000"/>
                </a:solidFill>
                <a:latin typeface="Times New Roman" panose="02020603050405020304" pitchFamily="18" charset="0"/>
                <a:ea typeface="DG Jory"/>
                <a:cs typeface="Times New Roman" panose="02020603050405020304" pitchFamily="18" charset="0"/>
                <a:sym typeface="DG Jory"/>
              </a:rPr>
              <a:t>GUIDED BY </a:t>
            </a:r>
          </a:p>
          <a:p>
            <a:pPr algn="ctr">
              <a:lnSpc>
                <a:spcPts val="3726"/>
              </a:lnSpc>
            </a:pPr>
            <a:r>
              <a:rPr lang="en-US" sz="3105" dirty="0">
                <a:solidFill>
                  <a:srgbClr val="000000"/>
                </a:solidFill>
                <a:latin typeface="Times New Roman" panose="02020603050405020304" pitchFamily="18" charset="0"/>
                <a:ea typeface="DG Jory"/>
                <a:cs typeface="Times New Roman" panose="02020603050405020304" pitchFamily="18" charset="0"/>
                <a:sym typeface="DG Jory"/>
              </a:rPr>
              <a:t>Dr Mary Harin Fernandez 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6630" y="3302949"/>
            <a:ext cx="159258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Asymptotic Analysis of Sorting Algorithms Analyze the efficiency of Merge Sort and Quick Sort using asymptotic notations.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099446-6B14-3081-7CD6-A10D42ED5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909"/>
            <a:ext cx="18220503" cy="17301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3E91BB-4D0D-84B8-D3FA-22DCAD5BBC3D}"/>
              </a:ext>
            </a:extLst>
          </p:cNvPr>
          <p:cNvSpPr txBox="1"/>
          <p:nvPr/>
        </p:nvSpPr>
        <p:spPr>
          <a:xfrm>
            <a:off x="4785798" y="2202508"/>
            <a:ext cx="86489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CSA0613-Design and Analysis of Algorithms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529094-5005-FD8D-C2AA-790BCEF8D690}"/>
              </a:ext>
            </a:extLst>
          </p:cNvPr>
          <p:cNvSpPr txBox="1"/>
          <p:nvPr/>
        </p:nvSpPr>
        <p:spPr>
          <a:xfrm>
            <a:off x="3261768" y="5029402"/>
            <a:ext cx="1157419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CO1-ASSESSMENT TOOL 03-TECHNICAL PRESENTATION</a:t>
            </a:r>
          </a:p>
          <a:p>
            <a:endParaRPr lang="en-IN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26822" y="577359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H="1" flipV="1">
            <a:off x="15104431" y="-171736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14455657" y="6203086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 flipH="1" flipV="1">
            <a:off x="-4926821" y="-259538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80A0FA-E738-53A1-5AE7-7DCE04D8F8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-152992"/>
            <a:ext cx="2129758" cy="21297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8BD7B02-2D28-87FA-FBEC-9EF1A6C636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774834" cy="23356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4D5F8E-FF69-8178-3075-1D32AF453FEE}"/>
              </a:ext>
            </a:extLst>
          </p:cNvPr>
          <p:cNvSpPr txBox="1"/>
          <p:nvPr/>
        </p:nvSpPr>
        <p:spPr>
          <a:xfrm>
            <a:off x="2618232" y="3122180"/>
            <a:ext cx="13688568" cy="443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is the process of arranging data in ascending or descending order.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and Quick Sort are two widely used sorting algorithms.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algorithms use the divide-and-conquer approach to sort data efficiently.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analysis evaluates algorithm performance as the input size increases.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Big-O, Big-Theta, and Big-Omega notations describe worst, average, and best-case complexities.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D8312C-37E3-6498-FECC-F2BD0C27AA3A}"/>
              </a:ext>
            </a:extLst>
          </p:cNvPr>
          <p:cNvSpPr txBox="1"/>
          <p:nvPr/>
        </p:nvSpPr>
        <p:spPr>
          <a:xfrm>
            <a:off x="6701653" y="1614773"/>
            <a:ext cx="136885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League Spartan"/>
              </a:rPr>
              <a:t>INTRODUCTION</a:t>
            </a:r>
            <a:endParaRPr lang="en-IN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625467" y="-1263340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IN"/>
              <a:t>Title &amp; Introduction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-4876800" y="750570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8EE2AE0-230C-9C84-8517-BA6F586824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774834" cy="23356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44B9C8C-FE36-8693-72E6-A3ACFDD625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3642" y="0"/>
            <a:ext cx="2129758" cy="21297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C2669F-DDFC-3BE5-4CF5-DF92A7306204}"/>
              </a:ext>
            </a:extLst>
          </p:cNvPr>
          <p:cNvSpPr txBox="1"/>
          <p:nvPr/>
        </p:nvSpPr>
        <p:spPr>
          <a:xfrm>
            <a:off x="5002406" y="1575033"/>
            <a:ext cx="112105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4B264-E954-7328-73C8-83EF44CAAA6D}"/>
              </a:ext>
            </a:extLst>
          </p:cNvPr>
          <p:cNvSpPr txBox="1"/>
          <p:nvPr/>
        </p:nvSpPr>
        <p:spPr>
          <a:xfrm>
            <a:off x="1295400" y="3390900"/>
            <a:ext cx="11210545" cy="443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require efficient sorting for faster processing.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performance of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Sort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best, average, and worst-case time complexities.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Big-O, Big-Theta, and Big-Omega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notations for comparison.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most suitable algorithm for different scenarios.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44F1FF-1913-33F1-703F-6DB84323A5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3247776"/>
            <a:ext cx="4450897" cy="5392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85E91-9933-15AE-B254-D50071FFD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A3A40D-6B63-3068-51E0-89A6466C0C07}"/>
              </a:ext>
            </a:extLst>
          </p:cNvPr>
          <p:cNvSpPr/>
          <p:nvPr/>
        </p:nvSpPr>
        <p:spPr>
          <a:xfrm>
            <a:off x="-4251564" y="5588992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0E8DF51-039D-BD68-0253-9D12D955BDB5}"/>
              </a:ext>
            </a:extLst>
          </p:cNvPr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A8BC84C-AEAC-7A0C-0BC0-D4ACA6AD1E14}"/>
              </a:ext>
            </a:extLst>
          </p:cNvPr>
          <p:cNvSpPr/>
          <p:nvPr/>
        </p:nvSpPr>
        <p:spPr>
          <a:xfrm>
            <a:off x="15316200" y="73920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E50CB81-2F51-2C04-0DF1-6D4FE134FFA9}"/>
              </a:ext>
            </a:extLst>
          </p:cNvPr>
          <p:cNvSpPr/>
          <p:nvPr/>
        </p:nvSpPr>
        <p:spPr>
          <a:xfrm flipH="1" flipV="1">
            <a:off x="-4286733" y="-262890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7B18783-D419-AE6B-B0E7-AE5E8009F9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3642" y="0"/>
            <a:ext cx="2129758" cy="21297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6BC3A9-69F7-E393-BA3F-AE5F120D35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774834" cy="23356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376930-88A7-42A7-386B-5D9C3E15D97D}"/>
              </a:ext>
            </a:extLst>
          </p:cNvPr>
          <p:cNvSpPr txBox="1"/>
          <p:nvPr/>
        </p:nvSpPr>
        <p:spPr>
          <a:xfrm>
            <a:off x="4649109" y="1179047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League Spartan"/>
              </a:rPr>
              <a:t>ALGORITHMS &amp; PSEUDOCODE</a:t>
            </a:r>
            <a:endParaRPr lang="en-IN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4C251-CA10-D1EA-14E6-B8803BBF5113}"/>
              </a:ext>
            </a:extLst>
          </p:cNvPr>
          <p:cNvSpPr txBox="1"/>
          <p:nvPr/>
        </p:nvSpPr>
        <p:spPr>
          <a:xfrm>
            <a:off x="12147064" y="2265651"/>
            <a:ext cx="492173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MergeSort(A)</a:t>
            </a:r>
          </a:p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if size ≤ 1</a:t>
            </a:r>
          </a:p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 return</a:t>
            </a:r>
          </a:p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Split array into two halves</a:t>
            </a:r>
          </a:p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MergeSort(left)</a:t>
            </a:r>
          </a:p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MergeSort(right)</a:t>
            </a:r>
          </a:p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Merge(left,right)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7C831C-C870-E4E0-7D8E-52BB5445725A}"/>
              </a:ext>
            </a:extLst>
          </p:cNvPr>
          <p:cNvSpPr txBox="1"/>
          <p:nvPr/>
        </p:nvSpPr>
        <p:spPr>
          <a:xfrm>
            <a:off x="12554366" y="6366580"/>
            <a:ext cx="1348153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QuickSort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A,low,high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Pivot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array</a:t>
            </a:r>
          </a:p>
          <a:p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QuickSort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(left)</a:t>
            </a:r>
          </a:p>
          <a:p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QuickSort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(right)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F83508-08F1-D705-0FBE-9A1DB6FE87B4}"/>
              </a:ext>
            </a:extLst>
          </p:cNvPr>
          <p:cNvSpPr txBox="1"/>
          <p:nvPr/>
        </p:nvSpPr>
        <p:spPr>
          <a:xfrm>
            <a:off x="2502737" y="2166620"/>
            <a:ext cx="1052948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Algorithm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Start. 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array contains 0 or 1 element, return. 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array into two equal halves. 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Recursively apply Merge Sort to both halves. 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the two sorted halves into a single sorted array. 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D5EB3D-ACD9-A760-EBA9-3FAA9E7DB99C}"/>
              </a:ext>
            </a:extLst>
          </p:cNvPr>
          <p:cNvSpPr txBox="1"/>
          <p:nvPr/>
        </p:nvSpPr>
        <p:spPr>
          <a:xfrm>
            <a:off x="2502737" y="6201284"/>
            <a:ext cx="945389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Sort Algorithm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Start. 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array contains 0 or 1 element, return. 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pivot element. 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the array into elements smaller and greater than the pivot. 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Recursively apply Quick Sort to the left and right partitions. 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3974531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2CA18-19E7-0970-36C5-103FADCEB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0D3EF90-FD77-AF6B-F495-FA4C14047EB6}"/>
              </a:ext>
            </a:extLst>
          </p:cNvPr>
          <p:cNvSpPr/>
          <p:nvPr/>
        </p:nvSpPr>
        <p:spPr>
          <a:xfrm>
            <a:off x="-4892426" y="5364411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86CD609-3F3A-EDB9-2D10-A089FD1699C0}"/>
              </a:ext>
            </a:extLst>
          </p:cNvPr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D3F4EA8-A776-AFC2-35B3-36A652CC2745}"/>
              </a:ext>
            </a:extLst>
          </p:cNvPr>
          <p:cNvSpPr/>
          <p:nvPr/>
        </p:nvSpPr>
        <p:spPr>
          <a:xfrm>
            <a:off x="15316200" y="73920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CB96221-4F57-C589-403A-D37B8908924B}"/>
              </a:ext>
            </a:extLst>
          </p:cNvPr>
          <p:cNvSpPr/>
          <p:nvPr/>
        </p:nvSpPr>
        <p:spPr>
          <a:xfrm flipH="1" flipV="1">
            <a:off x="-4286733" y="-262890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5FC42A-FA74-FA86-31A7-644707061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3642" y="0"/>
            <a:ext cx="2129758" cy="21297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FA762F-25EE-B9AB-25B7-693A96A40E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774834" cy="23356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3F60D9-4783-AB91-C4DE-D1EF351D7BF6}"/>
              </a:ext>
            </a:extLst>
          </p:cNvPr>
          <p:cNvSpPr txBox="1"/>
          <p:nvPr/>
        </p:nvSpPr>
        <p:spPr>
          <a:xfrm>
            <a:off x="5286030" y="904706"/>
            <a:ext cx="119624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E23E28-3EBA-E1C2-F5A3-EBFDD31CC7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4"/>
          <a:stretch>
            <a:fillRect/>
          </a:stretch>
        </p:blipFill>
        <p:spPr>
          <a:xfrm>
            <a:off x="2467708" y="2052990"/>
            <a:ext cx="13715934" cy="766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82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29B13-F308-62BA-E757-DA6B85647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A636E95-E545-B1F7-E3C6-6FDACFC1C7CF}"/>
              </a:ext>
            </a:extLst>
          </p:cNvPr>
          <p:cNvSpPr/>
          <p:nvPr/>
        </p:nvSpPr>
        <p:spPr>
          <a:xfrm>
            <a:off x="-4892426" y="5364411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3FA4D52-C358-49D0-F2F9-5C202A6E6D30}"/>
              </a:ext>
            </a:extLst>
          </p:cNvPr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D3AF781-94B1-29AE-73C7-F8F0162427D2}"/>
              </a:ext>
            </a:extLst>
          </p:cNvPr>
          <p:cNvSpPr/>
          <p:nvPr/>
        </p:nvSpPr>
        <p:spPr>
          <a:xfrm>
            <a:off x="15316200" y="73920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43C021D-58B9-5DC3-B605-E8574C24566B}"/>
              </a:ext>
            </a:extLst>
          </p:cNvPr>
          <p:cNvSpPr/>
          <p:nvPr/>
        </p:nvSpPr>
        <p:spPr>
          <a:xfrm flipH="1" flipV="1">
            <a:off x="-4286733" y="-262890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D160BD-0284-1DCD-6C69-CF397962D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3642" y="0"/>
            <a:ext cx="2129758" cy="21297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10CFDE-658A-B837-BF29-6BCF1B391D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774834" cy="23356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3556CE-748B-BFEE-602D-8B09C32E1B0C}"/>
              </a:ext>
            </a:extLst>
          </p:cNvPr>
          <p:cNvSpPr txBox="1"/>
          <p:nvPr/>
        </p:nvSpPr>
        <p:spPr>
          <a:xfrm>
            <a:off x="6291980" y="898292"/>
            <a:ext cx="119624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302F2D-1D43-90C1-6B4B-B60C3AB243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2336" y="2830659"/>
            <a:ext cx="5800077" cy="42828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9E9761-2402-93DF-4141-549FEFCA25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7658100"/>
            <a:ext cx="5410200" cy="11429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122137-55DD-AD92-3A5F-3C9EBCC5D4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916" y="2830660"/>
            <a:ext cx="6527084" cy="428281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C820F89-0B03-85B9-E3DC-203CD160A2F8}"/>
              </a:ext>
            </a:extLst>
          </p:cNvPr>
          <p:cNvSpPr txBox="1"/>
          <p:nvPr/>
        </p:nvSpPr>
        <p:spPr>
          <a:xfrm>
            <a:off x="12268200" y="2140313"/>
            <a:ext cx="137863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Sort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DF07CF-D0B7-A1C5-BAB2-F3434732C3AD}"/>
              </a:ext>
            </a:extLst>
          </p:cNvPr>
          <p:cNvSpPr txBox="1"/>
          <p:nvPr/>
        </p:nvSpPr>
        <p:spPr>
          <a:xfrm>
            <a:off x="4749628" y="2158622"/>
            <a:ext cx="154744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</a:t>
            </a:r>
          </a:p>
        </p:txBody>
      </p:sp>
    </p:spTree>
    <p:extLst>
      <p:ext uri="{BB962C8B-B14F-4D97-AF65-F5344CB8AC3E}">
        <p14:creationId xmlns:p14="http://schemas.microsoft.com/office/powerpoint/2010/main" val="3453543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CB417-8B73-EAD7-AFAA-1B182E69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01AFB6-B7B6-2281-97CB-E5A7D9007C5B}"/>
              </a:ext>
            </a:extLst>
          </p:cNvPr>
          <p:cNvSpPr/>
          <p:nvPr/>
        </p:nvSpPr>
        <p:spPr>
          <a:xfrm>
            <a:off x="-4892426" y="5364411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6411CCB-8BDB-03BB-A286-3D87AE1D9BEE}"/>
              </a:ext>
            </a:extLst>
          </p:cNvPr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19638AA-EE17-4AE0-194B-F89597242836}"/>
              </a:ext>
            </a:extLst>
          </p:cNvPr>
          <p:cNvSpPr/>
          <p:nvPr/>
        </p:nvSpPr>
        <p:spPr>
          <a:xfrm>
            <a:off x="15316200" y="73920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055ACA8-5444-4865-5EEA-A88F1EA5E603}"/>
              </a:ext>
            </a:extLst>
          </p:cNvPr>
          <p:cNvSpPr/>
          <p:nvPr/>
        </p:nvSpPr>
        <p:spPr>
          <a:xfrm flipH="1" flipV="1">
            <a:off x="-4286733" y="-262890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D6523A-4C78-8C91-F179-3E7B9E2C1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3642" y="0"/>
            <a:ext cx="2129758" cy="21297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1364F5-D558-3C15-6E62-F077258A69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774834" cy="23356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81EC6A-9199-97E3-F61B-FEEDAD39F29C}"/>
              </a:ext>
            </a:extLst>
          </p:cNvPr>
          <p:cNvSpPr txBox="1"/>
          <p:nvPr/>
        </p:nvSpPr>
        <p:spPr>
          <a:xfrm>
            <a:off x="7012439" y="1010833"/>
            <a:ext cx="119624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DC346-915E-37B2-335E-431F98C8F46B}"/>
              </a:ext>
            </a:extLst>
          </p:cNvPr>
          <p:cNvSpPr txBox="1"/>
          <p:nvPr/>
        </p:nvSpPr>
        <p:spPr>
          <a:xfrm>
            <a:off x="2743200" y="2863529"/>
            <a:ext cx="13786338" cy="591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and Quick Sort are efficient divide-and-conquer sorting algorithms.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provides a consistent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complexity in all cases.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Sort is generally faster in the average case but can have a worst-case complexity of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notations (Big-O, Big-Theta, and Big-Omega) help compare algorithm performance.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choice of algorithm depends on the dataset size, input characteristics, and application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09181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32639-6FFC-651A-2D90-909337CD3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929391-08B0-392D-1C2A-FEA40779DD63}"/>
              </a:ext>
            </a:extLst>
          </p:cNvPr>
          <p:cNvSpPr/>
          <p:nvPr/>
        </p:nvSpPr>
        <p:spPr>
          <a:xfrm>
            <a:off x="-4892426" y="5364411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B492B10-4AB3-B983-0A92-5EE5E92B2837}"/>
              </a:ext>
            </a:extLst>
          </p:cNvPr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5D9CBB7-A086-C1A0-2A7C-33208969B6E6}"/>
              </a:ext>
            </a:extLst>
          </p:cNvPr>
          <p:cNvSpPr/>
          <p:nvPr/>
        </p:nvSpPr>
        <p:spPr>
          <a:xfrm>
            <a:off x="15316200" y="73920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1E123DF-270D-C187-885F-1D8FAC2BA32F}"/>
              </a:ext>
            </a:extLst>
          </p:cNvPr>
          <p:cNvSpPr/>
          <p:nvPr/>
        </p:nvSpPr>
        <p:spPr>
          <a:xfrm flipH="1" flipV="1">
            <a:off x="-4286733" y="-262890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35D5D8-4E5D-594D-AABF-F9FDB2FA90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3642" y="0"/>
            <a:ext cx="2129758" cy="21297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D445C5-B627-7E6E-BD30-B66FD7C016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774834" cy="23356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69FED3-BCB5-BA66-C638-759C79F9E190}"/>
              </a:ext>
            </a:extLst>
          </p:cNvPr>
          <p:cNvSpPr txBox="1"/>
          <p:nvPr/>
        </p:nvSpPr>
        <p:spPr>
          <a:xfrm>
            <a:off x="7012439" y="1010833"/>
            <a:ext cx="119624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028B3-2E54-866A-4873-A446879063D4}"/>
              </a:ext>
            </a:extLst>
          </p:cNvPr>
          <p:cNvSpPr txBox="1"/>
          <p:nvPr/>
        </p:nvSpPr>
        <p:spPr>
          <a:xfrm>
            <a:off x="2667000" y="2556253"/>
            <a:ext cx="13786338" cy="517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 (2022). 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(4th ed.). MIT Press.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Sedgewick, R., &amp; Wayne, K. (2011). 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(4th ed.). Addison-Wesley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Horowitz, E., Sahni, S., &amp; Rajasekaran, S. (2008). 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Computer Algorithms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(2nd ed.). Universities Press.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Knuth, D. E. (1998). </a:t>
            </a:r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Art of Computer Programming, Volume 3: Sorting and Searching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(2nd ed.). Addison-Wesley. </a:t>
            </a:r>
          </a:p>
        </p:txBody>
      </p:sp>
    </p:spTree>
    <p:extLst>
      <p:ext uri="{BB962C8B-B14F-4D97-AF65-F5344CB8AC3E}">
        <p14:creationId xmlns:p14="http://schemas.microsoft.com/office/powerpoint/2010/main" val="3604237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4751838" y="4153209"/>
            <a:ext cx="8784324" cy="1261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12"/>
              </a:lnSpc>
              <a:spcBef>
                <a:spcPct val="0"/>
              </a:spcBef>
            </a:pPr>
            <a:r>
              <a:rPr lang="en-US" sz="8344" b="1" u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511</Words>
  <Application>Microsoft Office PowerPoint</Application>
  <PresentationFormat>Custom</PresentationFormat>
  <Paragraphs>60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Times New Roman</vt:lpstr>
      <vt:lpstr>Arial</vt:lpstr>
      <vt:lpstr>League Spartan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Project Presentation</dc:title>
  <dc:creator>dgrag</dc:creator>
  <cp:lastModifiedBy>dg.raghavi57@gmail.com</cp:lastModifiedBy>
  <cp:revision>3</cp:revision>
  <dcterms:created xsi:type="dcterms:W3CDTF">2006-08-16T00:00:00Z</dcterms:created>
  <dcterms:modified xsi:type="dcterms:W3CDTF">2026-07-16T19:40:10Z</dcterms:modified>
  <dc:identifier>DAHGdTjPaTM</dc:identifier>
</cp:coreProperties>
</file>